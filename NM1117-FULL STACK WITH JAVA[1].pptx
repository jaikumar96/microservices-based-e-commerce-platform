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0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A0650-30CC-4616-BAA2-8C0CD39E177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565BB-4D7E-46C1-9341-B60C93D3B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09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556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97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77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613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4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88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27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04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7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295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2932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431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1855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572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943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76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77BA5-E00D-4EBD-93BC-B71515CE7D6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FAB5963-FDD2-4659-B27A-0B8C05350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65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2" r:id="rId12"/>
    <p:sldLayoutId id="2147483943" r:id="rId13"/>
    <p:sldLayoutId id="2147483944" r:id="rId14"/>
    <p:sldLayoutId id="2147483945" r:id="rId15"/>
    <p:sldLayoutId id="21474839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EC061-EF28-2ED1-DB4E-2BBC05A84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972" y="925286"/>
            <a:ext cx="7859486" cy="1023256"/>
          </a:xfrm>
        </p:spPr>
        <p:txBody>
          <a:bodyPr>
            <a:noAutofit/>
          </a:bodyPr>
          <a:lstStyle/>
          <a:p>
            <a:r>
              <a:rPr lang="en-IN" sz="4000" b="1" dirty="0"/>
              <a:t>NM1117-FULL STACK WITH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A6D7D-9447-51E4-FD69-5AAD6D5F0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157" y="2752952"/>
            <a:ext cx="8539843" cy="1819048"/>
          </a:xfrm>
        </p:spPr>
        <p:txBody>
          <a:bodyPr>
            <a:noAutofit/>
          </a:bodyPr>
          <a:lstStyle/>
          <a:p>
            <a:r>
              <a:rPr lang="en-IN" sz="2000" b="1" dirty="0"/>
              <a:t>PROJECT TITTLE</a:t>
            </a:r>
            <a:r>
              <a:rPr lang="en-IN" sz="2000" dirty="0"/>
              <a:t>: </a:t>
            </a:r>
            <a:r>
              <a:rPr lang="en-IN" sz="2000" b="1" dirty="0"/>
              <a:t>Microservices-based E-Commerce Platform</a:t>
            </a:r>
          </a:p>
          <a:p>
            <a:endParaRPr lang="en-IN" sz="2000" dirty="0"/>
          </a:p>
          <a:p>
            <a:r>
              <a:rPr lang="en-IN" b="1" dirty="0"/>
              <a:t>PROJECT DONE BY:</a:t>
            </a:r>
          </a:p>
          <a:p>
            <a:endParaRPr lang="en-IN" b="1" dirty="0"/>
          </a:p>
          <a:p>
            <a:r>
              <a:rPr lang="en-IN" dirty="0"/>
              <a:t>JAIKUMAR R– 311622205021</a:t>
            </a:r>
          </a:p>
          <a:p>
            <a:r>
              <a:rPr lang="en-IN" dirty="0"/>
              <a:t>BHUVANESWARAN P– 311622205010</a:t>
            </a:r>
          </a:p>
          <a:p>
            <a:r>
              <a:rPr lang="en-IN" dirty="0"/>
              <a:t>ARUN PRASATHRAJ G– 311622205005</a:t>
            </a:r>
          </a:p>
        </p:txBody>
      </p:sp>
    </p:spTree>
    <p:extLst>
      <p:ext uri="{BB962C8B-B14F-4D97-AF65-F5344CB8AC3E}">
        <p14:creationId xmlns:p14="http://schemas.microsoft.com/office/powerpoint/2010/main" val="2359851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8D7FD-4543-C58B-A3E6-C6D86705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00489"/>
            <a:ext cx="8596668" cy="1320800"/>
          </a:xfrm>
        </p:spPr>
        <p:txBody>
          <a:bodyPr/>
          <a:lstStyle/>
          <a:p>
            <a:r>
              <a:rPr lang="en-IN" b="1" u="sng" dirty="0">
                <a:cs typeface="Arial" panose="020B0604020202020204" pitchFamily="34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07C0-4A0E-8073-0363-BA4CDD0FC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i="1" dirty="0"/>
              <a:t>Microservices-Based E-Commerce Platform</a:t>
            </a:r>
            <a:r>
              <a:rPr lang="en-GB" dirty="0"/>
              <a:t> is a </a:t>
            </a:r>
            <a:r>
              <a:rPr lang="en-GB" b="1" dirty="0"/>
              <a:t>Java-based web application</a:t>
            </a:r>
            <a:r>
              <a:rPr lang="en-GB" dirty="0"/>
              <a:t> designed to demonstrate modularity, scalability, and resilience using a </a:t>
            </a:r>
            <a:r>
              <a:rPr lang="en-GB" b="1" dirty="0"/>
              <a:t>microservices architecture</a:t>
            </a:r>
            <a:r>
              <a:rPr lang="en-GB" dirty="0"/>
              <a:t>.</a:t>
            </a:r>
          </a:p>
          <a:p>
            <a:r>
              <a:rPr lang="en-GB" dirty="0"/>
              <a:t>It provides a distributed structure where each component (Product, Order, Inventory, and Notification services) works independently to handle specific business functions.</a:t>
            </a:r>
          </a:p>
          <a:p>
            <a:r>
              <a:rPr lang="en-GB" dirty="0"/>
              <a:t>The system uses </a:t>
            </a:r>
            <a:r>
              <a:rPr lang="en-GB" b="1" dirty="0"/>
              <a:t>Spring Boot and Spring Cloud</a:t>
            </a:r>
            <a:r>
              <a:rPr lang="en-GB" dirty="0"/>
              <a:t> for backend services and </a:t>
            </a:r>
            <a:r>
              <a:rPr lang="en-GB" b="1" dirty="0"/>
              <a:t>MySQL</a:t>
            </a:r>
            <a:r>
              <a:rPr lang="en-GB" dirty="0"/>
              <a:t> for data storage, ensuring efficiency, accuracy, and a seamless user experience.</a:t>
            </a:r>
            <a:br>
              <a:rPr lang="en-GB" dirty="0"/>
            </a:br>
            <a:r>
              <a:rPr lang="en-GB" dirty="0"/>
              <a:t>Through its API-driven approach and containerized deployment, the platform eliminates tight coupling and enhances maintainability for enterprise-level e-commerce applications.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8759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137A-EEE3-8E68-6CC6-B85424306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cs typeface="Arial" panose="020B0604020202020204" pitchFamily="34" charset="0"/>
              </a:rPr>
              <a:t>Objective: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D496715-A656-3AF1-F9DB-84169D7567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86610"/>
            <a:ext cx="9793194" cy="3884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design and implement a scalable e-commerce backend using microservices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enable independent development, deployment, and scaling of services.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implement centralized routing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Spring Cloud Gateway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achieve service discovery via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Eureka Server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ensure real-time event communication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Apache Kafka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provide persistent and consistent data handling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MySQL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deliver a modern, modular system suitable for enterprise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052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0381-63B5-7E30-12B3-D129B8FD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1628"/>
            <a:ext cx="8596668" cy="1320800"/>
          </a:xfrm>
        </p:spPr>
        <p:txBody>
          <a:bodyPr/>
          <a:lstStyle/>
          <a:p>
            <a:r>
              <a:rPr lang="en-IN" u="sng" dirty="0">
                <a:cs typeface="Arial" panose="020B0604020202020204" pitchFamily="34" charset="0"/>
              </a:rPr>
              <a:t>Technologies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5B8F1-9ADF-156C-1CC7-AF4AC7EC9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9829"/>
            <a:ext cx="8596668" cy="459356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/>
              <a:t>Backend (Business Logic &amp; Microservices):</a:t>
            </a:r>
            <a:endParaRPr lang="en-IN" sz="7200" dirty="0"/>
          </a:p>
          <a:p>
            <a:r>
              <a:rPr lang="en-IN" sz="7200" dirty="0"/>
              <a:t>Java 17, Spring Boot, Spring Cloud (Eureka Server, Gateway)</a:t>
            </a:r>
          </a:p>
          <a:p>
            <a:r>
              <a:rPr lang="en-IN" sz="7200" dirty="0"/>
              <a:t>Apache Kafka – asynchronous event-based communication</a:t>
            </a:r>
          </a:p>
          <a:p>
            <a:r>
              <a:rPr lang="en-IN" sz="7200" dirty="0"/>
              <a:t>MySQL – database for each microservice</a:t>
            </a:r>
          </a:p>
          <a:p>
            <a:r>
              <a:rPr lang="en-IN" sz="7200" dirty="0"/>
              <a:t>Docker – containerization for deployment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5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7200" b="1" dirty="0"/>
              <a:t>Frontend (Optional / Integration):</a:t>
            </a:r>
            <a:endParaRPr lang="en-GB" sz="7200" dirty="0"/>
          </a:p>
          <a:p>
            <a:r>
              <a:rPr lang="en-GB" sz="7200" dirty="0"/>
              <a:t>React.js – used for creating the user interface (course browsing, order management)</a:t>
            </a:r>
          </a:p>
          <a:p>
            <a:r>
              <a:rPr lang="en-GB" sz="7200" dirty="0"/>
              <a:t>Axios – HTTP client for API communication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5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7200" b="1" dirty="0"/>
              <a:t>Tools &amp; Environment:</a:t>
            </a:r>
            <a:endParaRPr lang="en-IN" sz="7200" dirty="0"/>
          </a:p>
          <a:p>
            <a:r>
              <a:rPr lang="en-IN" sz="7200" dirty="0"/>
              <a:t>IntelliJ IDEA / VS Code – IDE for development</a:t>
            </a:r>
          </a:p>
          <a:p>
            <a:r>
              <a:rPr lang="en-IN" sz="7200" dirty="0"/>
              <a:t>Postman – API testing</a:t>
            </a:r>
          </a:p>
          <a:p>
            <a:r>
              <a:rPr lang="en-IN" sz="7200" dirty="0"/>
              <a:t>Docker Desktop &amp; Docker Compose – container orchestration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51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847B7-7201-C1B4-077B-44E46829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5012"/>
            <a:ext cx="8596668" cy="1320800"/>
          </a:xfrm>
        </p:spPr>
        <p:txBody>
          <a:bodyPr>
            <a:normAutofit/>
          </a:bodyPr>
          <a:lstStyle/>
          <a:p>
            <a:r>
              <a:rPr lang="en-IN" u="sng" dirty="0">
                <a:cs typeface="Arial" panose="020B0604020202020204" pitchFamily="34" charset="0"/>
              </a:rPr>
              <a:t>File Structure: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5AD3BC-5C9F-C532-AD52-6F3D2839F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7306"/>
            <a:ext cx="8596668" cy="4723102"/>
          </a:xfrm>
        </p:spPr>
        <p:txBody>
          <a:bodyPr>
            <a:noAutofit/>
          </a:bodyPr>
          <a:lstStyle/>
          <a:p>
            <a:r>
              <a:rPr lang="en-IN" dirty="0"/>
              <a:t>📁 </a:t>
            </a:r>
            <a:r>
              <a:rPr lang="en-IN" b="1" dirty="0"/>
              <a:t>ecommerce-microservices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├── 📁 </a:t>
            </a:r>
            <a:r>
              <a:rPr lang="en-IN" b="1" dirty="0" err="1"/>
              <a:t>api</a:t>
            </a:r>
            <a:r>
              <a:rPr lang="en-IN" b="1" dirty="0"/>
              <a:t>-gateway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ApiGatewayApplication.java</a:t>
            </a:r>
            <a:r>
              <a:rPr lang="en-IN" dirty="0"/>
              <a:t> – main gateway entry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├── 📁 </a:t>
            </a:r>
            <a:r>
              <a:rPr lang="en-IN" b="1" dirty="0"/>
              <a:t>eureka-server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EurekaServerApplication.java</a:t>
            </a:r>
            <a:r>
              <a:rPr lang="en-IN" dirty="0"/>
              <a:t> – service registry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├── 📁 </a:t>
            </a:r>
            <a:r>
              <a:rPr lang="en-IN" b="1" dirty="0"/>
              <a:t>auth-service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AuthController.java</a:t>
            </a:r>
            <a:r>
              <a:rPr lang="en-IN" dirty="0"/>
              <a:t> – login &amp; registration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AuthService.java</a:t>
            </a:r>
            <a:r>
              <a:rPr lang="en-IN" dirty="0"/>
              <a:t> – authentication logic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├── 📁 </a:t>
            </a:r>
            <a:r>
              <a:rPr lang="en-IN" b="1" dirty="0"/>
              <a:t>product-service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ProductController.java</a:t>
            </a:r>
            <a:r>
              <a:rPr lang="en-IN" dirty="0"/>
              <a:t> – product management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ProductService.java</a:t>
            </a:r>
            <a:r>
              <a:rPr lang="en-IN" dirty="0"/>
              <a:t> – business logic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873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12311-A0D9-B00A-73C2-747A61174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34" y="450229"/>
            <a:ext cx="8055186" cy="595754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📁 </a:t>
            </a:r>
            <a:r>
              <a:rPr lang="en-IN" b="1" dirty="0"/>
              <a:t>inventory-service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InventoryController.java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InventoryService.java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model/Inventory.java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📁 </a:t>
            </a:r>
            <a:r>
              <a:rPr lang="en-IN" b="1" dirty="0"/>
              <a:t>order-service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OrderController.java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OrderService.java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events/OrderPlacedEvent.java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model/Order.java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📁 </a:t>
            </a:r>
            <a:r>
              <a:rPr lang="en-IN" b="1" dirty="0"/>
              <a:t>notification-service</a:t>
            </a:r>
            <a:br>
              <a:rPr lang="en-IN" dirty="0"/>
            </a:br>
            <a:r>
              <a:rPr lang="en-IN" dirty="0"/>
              <a:t>│  • </a:t>
            </a:r>
            <a:r>
              <a:rPr lang="en-IN" i="1" dirty="0"/>
              <a:t>KafkaListenerConfig.java</a:t>
            </a:r>
            <a:r>
              <a:rPr lang="en-IN" dirty="0"/>
              <a:t> – listens for order events and sends notifications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📁 </a:t>
            </a:r>
            <a:r>
              <a:rPr lang="en-IN" b="1" dirty="0"/>
              <a:t>frontend</a:t>
            </a:r>
            <a:br>
              <a:rPr lang="en-IN" dirty="0"/>
            </a:br>
            <a:r>
              <a:rPr lang="en-IN" dirty="0"/>
              <a:t>│  • React components (Home, </a:t>
            </a:r>
            <a:r>
              <a:rPr lang="en-IN" dirty="0" err="1"/>
              <a:t>ProductList</a:t>
            </a:r>
            <a:r>
              <a:rPr lang="en-IN" dirty="0"/>
              <a:t>, </a:t>
            </a:r>
            <a:r>
              <a:rPr lang="en-IN" dirty="0" err="1"/>
              <a:t>OrderPage</a:t>
            </a:r>
            <a:r>
              <a:rPr lang="en-IN" dirty="0"/>
              <a:t> etc.)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📁 </a:t>
            </a:r>
            <a:r>
              <a:rPr lang="en-IN" b="1" dirty="0" err="1"/>
              <a:t>db</a:t>
            </a:r>
            <a:br>
              <a:rPr lang="en-IN" dirty="0"/>
            </a:br>
            <a:r>
              <a:rPr lang="en-IN" dirty="0"/>
              <a:t>│  • MySQL schemas for each microservice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📄 </a:t>
            </a:r>
            <a:r>
              <a:rPr lang="en-IN" b="1" dirty="0"/>
              <a:t>docker-</a:t>
            </a:r>
            <a:r>
              <a:rPr lang="en-IN" b="1" dirty="0" err="1"/>
              <a:t>compose.yml</a:t>
            </a:r>
            <a:r>
              <a:rPr lang="en-IN" dirty="0"/>
              <a:t> – defines containers for MySQL, Kafka, Eureka &amp; all services</a:t>
            </a:r>
          </a:p>
        </p:txBody>
      </p:sp>
    </p:spTree>
    <p:extLst>
      <p:ext uri="{BB962C8B-B14F-4D97-AF65-F5344CB8AC3E}">
        <p14:creationId xmlns:p14="http://schemas.microsoft.com/office/powerpoint/2010/main" val="246945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2C271-73E9-AB5E-767D-2BDD4057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130695" cy="1320800"/>
          </a:xfrm>
        </p:spPr>
        <p:txBody>
          <a:bodyPr>
            <a:normAutofit/>
          </a:bodyPr>
          <a:lstStyle/>
          <a:p>
            <a:r>
              <a:rPr lang="en-GB" u="sng" dirty="0">
                <a:cs typeface="Arial" panose="020B0604020202020204" pitchFamily="34" charset="0"/>
              </a:rPr>
              <a:t>Steps to Run the Project (Using Docker or VS Code)</a:t>
            </a:r>
            <a:endParaRPr lang="en-IN" u="sng" dirty="0"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10C1F4B-4D36-2EEC-1319-0B6166A576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4204" y="2031861"/>
            <a:ext cx="7323415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the project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folder in IntelliJ IDEA or VS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up the database: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 - Create schemas for Product, Inventory, Order, and Notification.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 - Configure connection 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application.yml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services: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 - Run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EurekaServerApplication.java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 - Run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ApiGatewayApplication.java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 - Start Product, Inventory, Order, and Notification services.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Kafka and MySQL containers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up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the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the API Gateway: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http://localhost:8080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4051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D3A0-37FD-9203-A4F1-0F4CF28FF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Workflow: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39FEEF2-9EF2-DEBB-5964-BC07335425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476575"/>
            <a:ext cx="917423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b="1" dirty="0"/>
              <a:t>1. Product Management:</a:t>
            </a:r>
            <a:br>
              <a:rPr lang="en-GB" dirty="0"/>
            </a:br>
            <a:r>
              <a:rPr lang="en-GB" dirty="0"/>
              <a:t> - Admin adds or updates product details via Product Service.</a:t>
            </a:r>
            <a:br>
              <a:rPr lang="en-GB" dirty="0"/>
            </a:br>
            <a:r>
              <a:rPr lang="en-GB" b="1" dirty="0"/>
              <a:t>2. Inventory Management:</a:t>
            </a:r>
            <a:br>
              <a:rPr lang="en-GB" dirty="0"/>
            </a:br>
            <a:r>
              <a:rPr lang="en-GB" dirty="0"/>
              <a:t> - Inventory Service checks stock levels before order confirmation.</a:t>
            </a:r>
            <a:br>
              <a:rPr lang="en-GB" dirty="0"/>
            </a:br>
            <a:r>
              <a:rPr lang="en-GB" b="1" dirty="0"/>
              <a:t>3. Order Placement:</a:t>
            </a:r>
            <a:br>
              <a:rPr lang="en-GB" dirty="0"/>
            </a:br>
            <a:r>
              <a:rPr lang="en-GB" dirty="0"/>
              <a:t> - User places an order → Order Service verifies stock → Publishes </a:t>
            </a:r>
            <a:r>
              <a:rPr lang="en-GB" i="1" dirty="0" err="1"/>
              <a:t>OrderPlacedEvent</a:t>
            </a:r>
            <a:r>
              <a:rPr lang="en-GB" dirty="0"/>
              <a:t> to Kafka.</a:t>
            </a:r>
            <a:br>
              <a:rPr lang="en-GB" dirty="0"/>
            </a:br>
            <a:r>
              <a:rPr lang="en-GB" b="1" dirty="0"/>
              <a:t>4. Notification:</a:t>
            </a:r>
            <a:br>
              <a:rPr lang="en-GB" dirty="0"/>
            </a:br>
            <a:r>
              <a:rPr lang="en-GB" dirty="0"/>
              <a:t> - Notification Service listens to Kafka topic → Sends order confirmation message.</a:t>
            </a:r>
            <a:br>
              <a:rPr lang="en-GB" dirty="0"/>
            </a:br>
            <a:r>
              <a:rPr lang="en-GB" b="1" dirty="0"/>
              <a:t>5. Database Operations:</a:t>
            </a:r>
            <a:br>
              <a:rPr lang="en-GB" dirty="0"/>
            </a:br>
            <a:r>
              <a:rPr lang="en-GB" dirty="0"/>
              <a:t> - Each service stores and retrieves data from its own MySQL schema.</a:t>
            </a:r>
            <a:br>
              <a:rPr lang="en-GB" dirty="0"/>
            </a:br>
            <a:r>
              <a:rPr lang="en-GB" b="1" dirty="0"/>
              <a:t>6. Gateway Routing:</a:t>
            </a:r>
            <a:br>
              <a:rPr lang="en-GB" dirty="0"/>
            </a:br>
            <a:r>
              <a:rPr lang="en-GB" dirty="0"/>
              <a:t> - API Gateway manages authentication, routing, and load balancing between all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682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F174-3D70-F493-4B30-70A169FD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 dirty="0"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C04F2C-05DF-A653-AD3A-F039C58FC7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412592"/>
            <a:ext cx="7636086" cy="4483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The </a:t>
            </a:r>
            <a:r>
              <a:rPr lang="en-GB" i="1" dirty="0"/>
              <a:t>Microservices-Based E-Commerce Platform</a:t>
            </a:r>
            <a:r>
              <a:rPr lang="en-GB" dirty="0"/>
              <a:t> effectively showcases the power of </a:t>
            </a:r>
            <a:r>
              <a:rPr lang="en-GB" b="1" dirty="0"/>
              <a:t>modular and distributed architectures</a:t>
            </a:r>
            <a:r>
              <a:rPr lang="en-GB" dirty="0"/>
              <a:t> using Java and Spring Boot.</a:t>
            </a:r>
            <a:br>
              <a:rPr lang="en-GB" dirty="0"/>
            </a:br>
            <a:r>
              <a:rPr lang="en-GB" dirty="0"/>
              <a:t>It ensures </a:t>
            </a:r>
            <a:r>
              <a:rPr lang="en-GB" b="1" dirty="0"/>
              <a:t>fault tolerance, scalability, and maintainability</a:t>
            </a:r>
            <a:r>
              <a:rPr lang="en-GB" dirty="0"/>
              <a:t> by separating services and using asynchronous communication via Kafka.</a:t>
            </a:r>
            <a:br>
              <a:rPr lang="en-GB" dirty="0"/>
            </a:br>
            <a:r>
              <a:rPr lang="en-GB" dirty="0"/>
              <a:t>The system demonstrates the integration of modern enterprise technologies like </a:t>
            </a:r>
            <a:r>
              <a:rPr lang="en-GB" b="1" dirty="0"/>
              <a:t>Docker, Eureka, and Spring Cloud Gateway</a:t>
            </a:r>
            <a:r>
              <a:rPr lang="en-GB" dirty="0"/>
              <a:t>, making it a practical model for real-world applications.</a:t>
            </a:r>
          </a:p>
          <a:p>
            <a:pPr marL="0" indent="0">
              <a:buNone/>
            </a:pPr>
            <a:r>
              <a:rPr lang="en-GB" b="1" dirty="0"/>
              <a:t>Future Enhancements:</a:t>
            </a:r>
            <a:endParaRPr lang="en-GB" dirty="0"/>
          </a:p>
          <a:p>
            <a:r>
              <a:rPr lang="en-GB" dirty="0"/>
              <a:t>Add Payment Gateway and User Authentication</a:t>
            </a:r>
          </a:p>
          <a:p>
            <a:r>
              <a:rPr lang="en-GB" dirty="0"/>
              <a:t>Integrate Cloud Deployment (AWS / Azure)</a:t>
            </a:r>
          </a:p>
          <a:p>
            <a:r>
              <a:rPr lang="en-GB" dirty="0"/>
              <a:t>Build Mobile App &amp; Admin Analytics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19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354</TotalTime>
  <Words>835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Unicode MS</vt:lpstr>
      <vt:lpstr>Calibri</vt:lpstr>
      <vt:lpstr>Trebuchet MS</vt:lpstr>
      <vt:lpstr>Wingdings</vt:lpstr>
      <vt:lpstr>Wingdings 3</vt:lpstr>
      <vt:lpstr>Facet</vt:lpstr>
      <vt:lpstr>NM1117-FULL STACK WITH JAVA</vt:lpstr>
      <vt:lpstr>Introduction:</vt:lpstr>
      <vt:lpstr>Objective:</vt:lpstr>
      <vt:lpstr>Technologies Used:</vt:lpstr>
      <vt:lpstr>File Structure:</vt:lpstr>
      <vt:lpstr>PowerPoint Presentation</vt:lpstr>
      <vt:lpstr>Steps to Run the Project (Using Docker or VS Code)</vt:lpstr>
      <vt:lpstr>Workflow: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Ajithnath Jain</dc:creator>
  <cp:lastModifiedBy>JAIKUMAR R</cp:lastModifiedBy>
  <cp:revision>3</cp:revision>
  <dcterms:created xsi:type="dcterms:W3CDTF">2025-10-28T15:39:49Z</dcterms:created>
  <dcterms:modified xsi:type="dcterms:W3CDTF">2025-11-04T15:41:54Z</dcterms:modified>
</cp:coreProperties>
</file>